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13"/>
  </p:notesMasterIdLst>
  <p:handoutMasterIdLst>
    <p:handoutMasterId r:id="rId14"/>
  </p:handoutMasterIdLst>
  <p:sldIdLst>
    <p:sldId id="278" r:id="rId5"/>
    <p:sldId id="282" r:id="rId6"/>
    <p:sldId id="284" r:id="rId7"/>
    <p:sldId id="286" r:id="rId8"/>
    <p:sldId id="287" r:id="rId9"/>
    <p:sldId id="288" r:id="rId10"/>
    <p:sldId id="289" r:id="rId11"/>
    <p:sldId id="29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7BC71B-6527-4638-937B-C93EB849CB02}" type="datetimeFigureOut">
              <a:rPr lang="en-US" smtClean="0"/>
              <a:t>6/24/2026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A70580-B89C-4157-871D-6B9318EE5F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5465A2-8C9C-419F-9FD8-234480873777}" type="datetimeFigureOut">
              <a:rPr lang="en-US" smtClean="0"/>
              <a:t>6/24/2026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AF00E9-A49D-4007-B3B9-A3783809E50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649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89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488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626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23463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65650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89351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85868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5413379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67432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48230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673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0566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893063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19266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3C4A872-A473-BFD2-150E-387250C2B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5C8D53B-A579-BCFA-58E8-C386DABC92CD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3A34CAC-4A03-ADDB-E97F-8675E68FC0B3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C733506-2F0D-8F31-52D1-5244F04A706B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9356E3D-E14C-9C43-7CE4-A7156B1E10DB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Title 19">
            <a:extLst>
              <a:ext uri="{FF2B5EF4-FFF2-40B4-BE49-F238E27FC236}">
                <a16:creationId xmlns:a16="http://schemas.microsoft.com/office/drawing/2014/main" id="{85C652DA-55F6-9691-4254-344E0A4E9A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3924"/>
            <a:ext cx="11090275" cy="168405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4DB7AC4F-2818-7F0D-AC6A-736D5F2C73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0863" y="2419350"/>
            <a:ext cx="11090274" cy="3913188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C61DF04-D7CB-2B19-8BB9-3E90A6619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10824" y="1514007"/>
            <a:ext cx="734257" cy="760506"/>
            <a:chOff x="5243759" y="1363788"/>
            <a:chExt cx="734257" cy="760506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DE1CC00-F893-E215-8086-65B6605C5F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6EBF50D9-F9B8-ADB3-8B4A-AF19564EE6E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0BE1060-7183-58F8-EEBF-64135EE82BC5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597A3BE-0D13-9033-E3FD-78202DB79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168304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8867D9A-3F3B-94C3-244B-0006226AE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063019" y="3199533"/>
            <a:ext cx="3597052" cy="2615018"/>
            <a:chOff x="4541453" y="3199533"/>
            <a:chExt cx="3597052" cy="2615018"/>
          </a:xfrm>
        </p:grpSpPr>
        <p:sp>
          <p:nvSpPr>
            <p:cNvPr id="13" name="Freeform: Shape 38">
              <a:extLst>
                <a:ext uri="{FF2B5EF4-FFF2-40B4-BE49-F238E27FC236}">
                  <a16:creationId xmlns:a16="http://schemas.microsoft.com/office/drawing/2014/main" id="{955FC3D1-6227-A188-CCDB-11D573FD807A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E6BE70E-C41E-449D-A48C-4EB6BB7DC20D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5" name="Freeform: Shape 32">
                <a:extLst>
                  <a:ext uri="{FF2B5EF4-FFF2-40B4-BE49-F238E27FC236}">
                    <a16:creationId xmlns:a16="http://schemas.microsoft.com/office/drawing/2014/main" id="{B7C0B12B-49BE-7855-18FB-8583C8DD9617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C78A37-D378-70D3-D6E3-AB9400EB583E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2491172-466F-19CC-B639-A1C3CAB1D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690545" y="4100655"/>
            <a:ext cx="1335600" cy="1262947"/>
            <a:chOff x="10145015" y="2343978"/>
            <a:chExt cx="1335600" cy="1262947"/>
          </a:xfrm>
        </p:grpSpPr>
        <p:sp>
          <p:nvSpPr>
            <p:cNvPr id="18" name="Freeform: Shape 25">
              <a:extLst>
                <a:ext uri="{FF2B5EF4-FFF2-40B4-BE49-F238E27FC236}">
                  <a16:creationId xmlns:a16="http://schemas.microsoft.com/office/drawing/2014/main" id="{45EC885D-265C-397B-5DAF-57A66CDA30B5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601DB21-D937-2F89-DC26-063DFC7800C8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076535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87E98C0-6053-9701-92D0-4EF9ADBC5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9063019" y="746716"/>
            <a:ext cx="3597052" cy="2615018"/>
            <a:chOff x="4541453" y="3199533"/>
            <a:chExt cx="3597052" cy="2615018"/>
          </a:xfrm>
        </p:grpSpPr>
        <p:sp>
          <p:nvSpPr>
            <p:cNvPr id="8" name="Freeform: Shape 38">
              <a:extLst>
                <a:ext uri="{FF2B5EF4-FFF2-40B4-BE49-F238E27FC236}">
                  <a16:creationId xmlns:a16="http://schemas.microsoft.com/office/drawing/2014/main" id="{C32B1A1D-760B-9D3D-A869-E50FC962A629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02EF78B-5BDF-8632-B9B1-087DB042EEC7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0" name="Freeform: Shape 32">
                <a:extLst>
                  <a:ext uri="{FF2B5EF4-FFF2-40B4-BE49-F238E27FC236}">
                    <a16:creationId xmlns:a16="http://schemas.microsoft.com/office/drawing/2014/main" id="{5C54B3E8-515B-0865-9321-DB3793A62240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6E92718-2CCD-B15D-8DE5-46285BEA256B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EA0B78B-84F0-8B85-40E8-678689DC1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23112" y="5088958"/>
            <a:ext cx="1335600" cy="1262947"/>
            <a:chOff x="10145015" y="2343978"/>
            <a:chExt cx="1335600" cy="1262947"/>
          </a:xfrm>
        </p:grpSpPr>
        <p:sp>
          <p:nvSpPr>
            <p:cNvPr id="20" name="Freeform: Shape 25">
              <a:extLst>
                <a:ext uri="{FF2B5EF4-FFF2-40B4-BE49-F238E27FC236}">
                  <a16:creationId xmlns:a16="http://schemas.microsoft.com/office/drawing/2014/main" id="{2E5D7C6F-BF77-9B7D-5B12-7AF3ED280B43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FA599EE6-2673-0AD8-EAE0-45C79326015E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2" y="498474"/>
            <a:ext cx="7960421" cy="145021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1343" y="2103039"/>
            <a:ext cx="7929940" cy="3979625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663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08635"/>
            <a:ext cx="11090274" cy="133200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2097175"/>
            <a:ext cx="5435600" cy="399565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65629D-0977-C0EA-5E0B-C4822F43DAE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05540" y="2097175"/>
            <a:ext cx="5435600" cy="399565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sz="1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9829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974" y="196900"/>
            <a:ext cx="4899628" cy="2331490"/>
          </a:xfrm>
        </p:spPr>
        <p:txBody>
          <a:bodyPr anchor="b" anchorCtr="0">
            <a:noAutofit/>
          </a:bodyPr>
          <a:lstStyle>
            <a:lvl1pPr algn="r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3162" y="2827209"/>
            <a:ext cx="4917440" cy="3442144"/>
          </a:xfrm>
        </p:spPr>
        <p:txBody>
          <a:bodyPr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algn="r">
              <a:defRPr sz="1200">
                <a:solidFill>
                  <a:schemeClr val="tx1"/>
                </a:solidFill>
              </a:defRPr>
            </a:lvl2pPr>
            <a:lvl3pPr algn="r">
              <a:defRPr sz="1200">
                <a:solidFill>
                  <a:schemeClr val="tx1"/>
                </a:solidFill>
              </a:defRPr>
            </a:lvl3pPr>
            <a:lvl4pPr algn="r">
              <a:defRPr sz="1200">
                <a:solidFill>
                  <a:schemeClr val="tx1"/>
                </a:solidFill>
              </a:defRPr>
            </a:lvl4pPr>
            <a:lvl5pPr algn="r"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588" y="0"/>
            <a:ext cx="6095998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904CD02-7C7D-28DD-85A8-2FD92C29D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FB7341D0-DC30-9661-B3E0-91DE7C37946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2A118B5-9F91-EA1B-3F95-6BFA5095544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208891A5-91FA-D924-CB46-E74B50635001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BE5F7483-2261-D4C4-30E3-2D379D8CA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473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50801"/>
            <a:ext cx="11090275" cy="1237360"/>
          </a:xfrm>
        </p:spPr>
        <p:txBody>
          <a:bodyPr anchor="t" anchorCtr="0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3720" y="1917065"/>
            <a:ext cx="2921000" cy="429768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4048759" y="1917065"/>
            <a:ext cx="7591799" cy="429768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8155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E57989ED-9663-5033-AA83-267069FC5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303845" y="5427212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9536" y="549274"/>
            <a:ext cx="5179330" cy="2841829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5400" dirty="0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537" y="3646704"/>
            <a:ext cx="5179330" cy="270616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spcBef>
                <a:spcPts val="10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>
              <a:spcBef>
                <a:spcPts val="1000"/>
              </a:spcBef>
              <a:buNone/>
              <a:defRPr sz="1200">
                <a:solidFill>
                  <a:schemeClr val="tx1"/>
                </a:solidFill>
              </a:defRPr>
            </a:lvl3pPr>
            <a:lvl4pPr marL="1371600" indent="0">
              <a:spcBef>
                <a:spcPts val="1000"/>
              </a:spcBef>
              <a:buNone/>
              <a:defRPr sz="1200">
                <a:solidFill>
                  <a:schemeClr val="tx1"/>
                </a:solidFill>
              </a:defRPr>
            </a:lvl4pPr>
            <a:lvl5pPr marL="1828800" indent="0">
              <a:spcBef>
                <a:spcPts val="1000"/>
              </a:spcBef>
              <a:buNone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5392876F-0BBD-F80A-DE7F-8831AD3BF3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26138" y="549275"/>
            <a:ext cx="5654675" cy="5788025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4E08E8E-10CB-55BC-8AFF-E64C800B9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94036" y="5610392"/>
            <a:ext cx="667802" cy="631474"/>
            <a:chOff x="10478914" y="1506691"/>
            <a:chExt cx="667802" cy="631474"/>
          </a:xfrm>
        </p:grpSpPr>
        <p:sp>
          <p:nvSpPr>
            <p:cNvPr id="10" name="Freeform: Shape 15">
              <a:extLst>
                <a:ext uri="{FF2B5EF4-FFF2-40B4-BE49-F238E27FC236}">
                  <a16:creationId xmlns:a16="http://schemas.microsoft.com/office/drawing/2014/main" id="{B439260B-AC6B-1C83-1A63-058A7E7EFCC9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606715" y="1506691"/>
              <a:ext cx="540001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101600" dist="50800" dir="732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ADD32DC-9BAF-DA32-4E29-A6D403E04377}"/>
                </a:ext>
              </a:extLst>
            </p:cNvPr>
            <p:cNvSpPr/>
            <p:nvPr/>
          </p:nvSpPr>
          <p:spPr>
            <a:xfrm rot="13500000">
              <a:off x="10613915" y="1424627"/>
              <a:ext cx="270000" cy="540001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0739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20587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21" r:id="rId14"/>
    <p:sldLayoutId id="2147483723" r:id="rId15"/>
    <p:sldLayoutId id="2147483724" r:id="rId16"/>
    <p:sldLayoutId id="2147483725" r:id="rId17"/>
    <p:sldLayoutId id="2147483728" r:id="rId1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>
            <a:noAutofit/>
          </a:bodyPr>
          <a:lstStyle/>
          <a:p>
            <a:r>
              <a:rPr lang="en-US" dirty="0"/>
              <a:t>Basic presentation</a:t>
            </a:r>
          </a:p>
        </p:txBody>
      </p:sp>
      <p:pic>
        <p:nvPicPr>
          <p:cNvPr id="8" name="Picture Placeholder 13" descr="Data points digital background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/>
      </p:pic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5BE93-0252-3CC3-B567-14EC47EB8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A07C-1908-B1EB-82FA-EC63DAAF4CF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Growth</a:t>
            </a:r>
          </a:p>
          <a:p>
            <a:r>
              <a:rPr lang="en-US" dirty="0"/>
              <a:t>Sales &amp; Trends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Final tips &amp; takeaways</a:t>
            </a:r>
          </a:p>
        </p:txBody>
      </p:sp>
    </p:spTree>
    <p:extLst>
      <p:ext uri="{BB962C8B-B14F-4D97-AF65-F5344CB8AC3E}">
        <p14:creationId xmlns:p14="http://schemas.microsoft.com/office/powerpoint/2010/main" val="2665045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2343A-9CB0-F2AD-EF62-5DEE3E97F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Growth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744DD-5BC8-42C8-4313-13CE95ED5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652841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6CC09F-7383-3A4C-555C-35DA0BB4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&amp; Trends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E7E655-DBBE-1E38-D543-EB34028F2F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A03A5-6D4D-7072-B3BD-F2DA38CADEB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92353" y="2097175"/>
            <a:ext cx="5435600" cy="399565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18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6CC09F-7383-3A4C-555C-35DA0BB4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Books Performance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E7E655-DBBE-1E38-D543-EB34028F2F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A03A5-6D4D-7072-B3BD-F2DA38CADEB0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460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06B59-80B8-CEED-0BCA-BC3F80A85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3C2F317-81E4-3678-2FF2-495B3A95470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A7C6D33A-37B7-D2C4-2C1C-6D5253D0D480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8145A95-72C3-9BFC-32D2-908F235E389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b"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endParaRPr lang="en-US" dirty="0"/>
          </a:p>
        </p:txBody>
      </p:sp>
      <p:pic>
        <p:nvPicPr>
          <p:cNvPr id="20" name="Picture Placeholder 19" descr="A close-up of a graph">
            <a:extLst>
              <a:ext uri="{FF2B5EF4-FFF2-40B4-BE49-F238E27FC236}">
                <a16:creationId xmlns:a16="http://schemas.microsoft.com/office/drawing/2014/main" id="{A7019768-5E2A-F9D1-62D6-EC7C5F0BBE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r="9"/>
          <a:stretch/>
        </p:blipFill>
        <p:spPr/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5C4A7DC2-42C3-FDDF-02BF-9598D75A6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23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t">
            <a:noAutofit/>
          </a:bodyPr>
          <a:lstStyle/>
          <a:p>
            <a:r>
              <a:rPr lang="en-US" dirty="0"/>
              <a:t>Git Hub &amp; Power Bi Links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noFill/>
        </p:spPr>
        <p:txBody>
          <a:bodyPr vert="horz" lIns="0" tIns="0" rIns="91440" bIns="45720" rtlCol="0" anchor="t">
            <a:normAutofit/>
          </a:bodyPr>
          <a:lstStyle/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64BE1DC6-1F72-B1E8-C80D-F0EC45CF8024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0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b"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>
            <a:normAutofit/>
          </a:bodyPr>
          <a:lstStyle/>
          <a:p>
            <a:endParaRPr lang="en-US" dirty="0"/>
          </a:p>
        </p:txBody>
      </p:sp>
      <p:pic>
        <p:nvPicPr>
          <p:cNvPr id="25" name="Picture Placeholder 24" descr="A close-up of a network">
            <a:extLst>
              <a:ext uri="{FF2B5EF4-FFF2-40B4-BE49-F238E27FC236}">
                <a16:creationId xmlns:a16="http://schemas.microsoft.com/office/drawing/2014/main" id="{41A1C574-72C6-642F-E4D2-FF0C993AEF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"/>
          <a:stretch/>
        </p:blipFill>
        <p:spPr/>
      </p:pic>
    </p:spTree>
    <p:extLst>
      <p:ext uri="{BB962C8B-B14F-4D97-AF65-F5344CB8AC3E}">
        <p14:creationId xmlns:p14="http://schemas.microsoft.com/office/powerpoint/2010/main" val="2547630249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F342EE1-43E5-4AFB-895D-B61B9656DC14}">
  <ds:schemaRefs>
    <ds:schemaRef ds:uri="http://schemas.microsoft.com/office/2006/documentManagement/types"/>
    <ds:schemaRef ds:uri="http://schemas.microsoft.com/sharepoint/v3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230e9df3-be65-4c73-a93b-d1236ebd677e"/>
    <ds:schemaRef ds:uri="16c05727-aa75-4e4a-9b5f-8a80a1165891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3D float design</Template>
  <TotalTime>15</TotalTime>
  <Words>93</Words>
  <Application>Microsoft Office PowerPoint</Application>
  <PresentationFormat>Widescreen</PresentationFormat>
  <Paragraphs>21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Gill Sans MT</vt:lpstr>
      <vt:lpstr>Walbaum Display</vt:lpstr>
      <vt:lpstr>3DFloatVTI</vt:lpstr>
      <vt:lpstr>Basic presentation</vt:lpstr>
      <vt:lpstr>Planning</vt:lpstr>
      <vt:lpstr>Growth</vt:lpstr>
      <vt:lpstr>Sales &amp; Trends</vt:lpstr>
      <vt:lpstr>Books Performance</vt:lpstr>
      <vt:lpstr>Final Tips &amp; Takeaways</vt:lpstr>
      <vt:lpstr>Git Hub &amp; Power Bi Links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sharya weaver</dc:creator>
  <cp:lastModifiedBy>sharya weaver</cp:lastModifiedBy>
  <cp:revision>2</cp:revision>
  <dcterms:created xsi:type="dcterms:W3CDTF">2026-06-24T21:40:21Z</dcterms:created>
  <dcterms:modified xsi:type="dcterms:W3CDTF">2026-06-24T21:56:06Z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